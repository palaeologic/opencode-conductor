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OpenCode Conductor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Descriptor-driven session continuity for OpenCode (no hooks)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/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OpenCode has no lifecycle hooks — continuity is file + command driven</a:t>
            </a:r>
          </a:p>
          <a:p>
            <a:pPr>
              <a:defRPr sz="1800"/>
            </a:pPr>
            <a:r>
              <a:t>Risk: lost context across sessions, branches, and agents</a:t>
            </a:r>
          </a:p>
          <a:p>
            <a:pPr>
              <a:defRPr sz="1800"/>
            </a:pPr>
            <a:r>
              <a:t>Conductor: rules + commands + skills + model routing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(disk)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~/.config/opencode/projects/&lt;projectKey&gt;/descriptor.json</a:t>
            </a:r>
          </a:p>
          <a:p>
            <a:pPr>
              <a:defRPr sz="1800"/>
            </a:pPr>
            <a:r>
              <a:t>Shared knowledge: AGENTS.md (project, areas, optional packages/)</a:t>
            </a:r>
          </a:p>
          <a:p>
            <a:pPr>
              <a:defRPr sz="1800"/>
            </a:pPr>
            <a:r>
              <a:t>Per-branch: branches/&lt;branch-name&gt;/ (MR, LOG, optional PHASES, REVIEW)</a:t>
            </a:r>
          </a:p>
          <a:p>
            <a:pPr>
              <a:defRPr sz="1800"/>
            </a:pPr>
            <a:r>
              <a:t>_templates/mr/ seeds new branch folders on bootstrap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Tracked vs 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Tracked (default): MR (+ optional MR.md), append-only LOG, checkpoints</a:t>
            </a:r>
          </a:p>
          <a:p>
            <a:pPr>
              <a:defRPr sz="1800"/>
            </a:pPr>
            <a:r>
              <a:t>Lite: git-window refresh; minimal reread; no required branch files</a:t>
            </a:r>
          </a:p>
          <a:p>
            <a:pPr>
              <a:defRPr sz="1800"/>
            </a:pPr>
            <a:r>
              <a:t>Set handoffModeDefault in descriptor; override per refresh when supported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map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Lifecycle: init, bootstrap, refresh, checkpoint, close, cleanup, knowledge-refresh, phases, review</a:t>
            </a:r>
          </a:p>
          <a:p>
            <a:pPr>
              <a:defRPr sz="1800"/>
            </a:pPr>
            <a:r>
              <a:t>Knowledge: scaffold-knowledge (once after init; optional re-run)</a:t>
            </a:r>
          </a:p>
          <a:p>
            <a:pPr>
              <a:defRPr sz="1800"/>
            </a:pPr>
            <a:r>
              <a:t>Verification: check-types, run-tests, lint-fix, organize-imports</a:t>
            </a:r>
          </a:p>
          <a:p>
            <a:pPr>
              <a:defRPr sz="1800"/>
            </a:pPr>
            <a:r>
              <a:t>Fallback: manual-refresh when tools are disabled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/project-refresh vs /manual-refresh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/project-refresh: tool-driven (opencode_refresh_context) when stable</a:t>
            </a:r>
          </a:p>
          <a:p>
            <a:pPr>
              <a:defRPr sz="1800"/>
            </a:pPr>
            <a:r>
              <a:t>/manual-refresh: same intent without tools; seeds missing branch files in tracked mode</a:t>
            </a:r>
          </a:p>
          <a:p>
            <a:pPr>
              <a:defRPr sz="1800"/>
            </a:pPr>
            <a:r>
              <a:t>Both: read-only refresh; structured output first; no autonomous test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+ agent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Layer HANDOFF_GENERIC (MUST/SHOULD) + project HANDOFF overlay</a:t>
            </a:r>
          </a:p>
          <a:p>
            <a:pPr>
              <a:defRPr sz="1800"/>
            </a:pPr>
            <a:r>
              <a:t>MUST: read-only refresh; structured Handoff refresh block first</a:t>
            </a:r>
          </a:p>
          <a:p>
            <a:pPr>
              <a:defRPr sz="1800"/>
            </a:pPr>
            <a:r>
              <a:t>MUST: after lifecycle subtasks, main agent restates next commands (subtask handoff)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+ on-demand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Native OpenCode skills: skills/&lt;name&gt;/SKILL.md (zero tokens until invoked)</a:t>
            </a:r>
          </a:p>
          <a:p>
            <a:pPr>
              <a:defRPr sz="1800"/>
            </a:pPr>
            <a:r>
              <a:t>Use for composite workflows: review-branch, onboard-area, verify-changes,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cost analysis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Always-on: rules + opencode.json (~6–7.5k tokens) prevents expensive mistake loops</a:t>
            </a:r>
          </a:p>
          <a:p>
            <a:pPr>
              <a:defRPr sz="1800"/>
            </a:pPr>
            <a:r>
              <a:t>On-demand: one command template per subtask; skills only when matched</a:t>
            </a:r>
          </a:p>
          <a:p>
            <a:pPr>
              <a:defRPr sz="1800"/>
            </a:pPr>
            <a:r>
              <a:t>Model routing: cheap models for routine refresh/log; stronger models for synthesis</a:t>
            </a:r>
          </a:p>
          <a:p>
            <a:pPr>
              <a:defRPr sz="1800"/>
            </a:pPr>
            <a:r>
              <a:t>Lite mode + lightweight workflows skip unnecessary branch file work</a:t>
            </a:r>
          </a:p>
          <a:p>
            <a:pPr>
              <a:defRPr sz="1800"/>
            </a:pPr>
            <a:r>
              <a:t>Details: README.md — Token cost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read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README.md — single source of truth, diagrams, command tables</a:t>
            </a:r>
          </a:p>
          <a:p>
            <a:pPr>
              <a:defRPr sz="1800"/>
            </a:pPr>
            <a:r>
              <a:t>rules/HANDOFF_GENERIC.md — behavioral contract</a:t>
            </a:r>
          </a:p>
          <a:p>
            <a:pPr>
              <a:defRPr sz="1800"/>
            </a:pPr>
            <a:r>
              <a:t>COMMAND_WORKFLOW.md — decision matrix</a:t>
            </a:r>
          </a:p>
          <a:p>
            <a:pPr>
              <a:defRPr sz="1800"/>
            </a:pPr>
            <a:r>
              <a:t>TEST_PLAN.md — smoke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