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OpenCode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Handoff Kit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framework for keeping AI coding sessions consistent across branches, projects, and teammates.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480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Internal Proposal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 you start a new OpenCode session — it forgets everything.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1480" y="1691640"/>
            <a:ext cx="2651760" cy="2560320"/>
          </a:xfrm>
          <a:prstGeom prst="rect">
            <a:avLst/>
          </a:prstGeom>
          <a:solidFill>
            <a:srgbClr val="1E2550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8288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😵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2377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memory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branches or restart a session and the AI has zero context about what you were doing.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691640"/>
            <a:ext cx="2651760" cy="2560320"/>
          </a:xfrm>
          <a:prstGeom prst="rect">
            <a:avLst/>
          </a:prstGeom>
          <a:solidFill>
            <a:srgbClr val="1E2550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18288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🔁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46120" y="2377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Re-explain everything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283464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waste the first 5 minutes of every session re-briefing the AI on goals, decisions and progress.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1691640"/>
            <a:ext cx="2651760" cy="2560320"/>
          </a:xfrm>
          <a:prstGeom prst="rect">
            <a:avLst/>
          </a:prstGeom>
          <a:solidFill>
            <a:srgbClr val="1E2550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80760" y="18288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🧩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080760" y="2377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Multi-project chaos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0" y="283464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Juggling several repos? There's no clean way to keep each project's AI context separate.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Handoff Kit?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framework that gives the AI persistent memory between sessions — without changing your tools.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600200"/>
            <a:ext cx="3931920" cy="1417320"/>
          </a:xfrm>
          <a:prstGeom prst="rect">
            <a:avLst/>
          </a:prstGeom>
          <a:solidFill>
            <a:srgbClr val="1E255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76072" y="17099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📄  Branch context files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76072" y="2093976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MERGE_REQUEST.md, LOG.md and PHASES.md live alongside your branch and capture current state.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600200"/>
            <a:ext cx="3931920" cy="1417320"/>
          </a:xfrm>
          <a:prstGeom prst="rect">
            <a:avLst/>
          </a:prstGeom>
          <a:solidFill>
            <a:srgbClr val="1E255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28032" y="17099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Commands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28032" y="2093976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/project-refresh, /project-bootstrap, /project-phases — one command to reload context instantly.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3200400"/>
            <a:ext cx="3931920" cy="1417320"/>
          </a:xfrm>
          <a:prstGeom prst="rect">
            <a:avLst/>
          </a:prstGeom>
          <a:solidFill>
            <a:srgbClr val="1E255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76072" y="33101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🗂️  Descriptors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76072" y="3694176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descriptor.json per project tells the AI about the repo, tech stack and conventions.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3200400"/>
            <a:ext cx="3931920" cy="1417320"/>
          </a:xfrm>
          <a:prstGeom prst="rect">
            <a:avLst/>
          </a:prstGeom>
          <a:solidFill>
            <a:srgbClr val="1E255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28032" y="33101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🛡️  Rules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28032" y="3694176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behavioural rules that guide how the AI reads context and logs progress.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It's Organised on Disk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lives under ~/.config/opencode/ — completely outside your source repos.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4663440" cy="3429000"/>
          </a:xfrm>
          <a:prstGeom prst="rect">
            <a:avLst/>
          </a:prstGeom>
          <a:solidFill>
            <a:srgbClr val="161B3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48132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📁 Directory 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90195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~/.config/opencode/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4360" y="210769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    rules/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" y="231343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B0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        HANDOFF_GENERIC.md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251917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    commands/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272491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B0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        project-refresh.md  …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293065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    projects/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313639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        &lt;projectName&gt;/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34213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B0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            descriptor.json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4360" y="354787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            _templates/mr/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375361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            branches/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4360" y="395935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                &lt;branch-name&gt;/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4360" y="416509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B0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                    MERGE_REQUEST.md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" y="437083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B0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                    LOG.md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94360" y="457657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B0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                    PHASES.md  (optional)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257800" y="1371600"/>
            <a:ext cx="3474720" cy="1051560"/>
          </a:xfrm>
          <a:prstGeom prst="rect">
            <a:avLst/>
          </a:prstGeom>
          <a:solidFill>
            <a:srgbClr val="1E255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13248" y="14630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🔒  Isolated from your repo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13248" y="177393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context files never touch your source tree. No accidental commits, no .gitignore headaches.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257800" y="2532888"/>
            <a:ext cx="3474720" cy="1051560"/>
          </a:xfrm>
          <a:prstGeom prst="rect">
            <a:avLst/>
          </a:prstGeom>
          <a:solidFill>
            <a:srgbClr val="1E255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13248" y="26243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🌿  One folder per branch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13248" y="293522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branch gets its own folder inside branches/. Switching branches means switching folders — context is always scoped correctly.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257800" y="3694176"/>
            <a:ext cx="3474720" cy="1051560"/>
          </a:xfrm>
          <a:prstGeom prst="rect">
            <a:avLst/>
          </a:prstGeom>
          <a:solidFill>
            <a:srgbClr val="1E255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13248" y="378561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📜  Survives rebases &amp; squashes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13248" y="409651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files live outside git, LOG.md persists even if the branch is force-pushed, rebased, or its commits are squashed. History of decisions is never lost.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95528" y="1234440"/>
            <a:ext cx="685800" cy="6858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234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527048" y="1545336"/>
            <a:ext cx="548640" cy="54864"/>
          </a:xfrm>
          <a:prstGeom prst="rect">
            <a:avLst/>
          </a:prstGeom>
          <a:solidFill>
            <a:srgbClr val="8892B0"/>
          </a:solidFill>
          <a:ln w="12700">
            <a:solidFill>
              <a:srgbClr val="8892B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2103120"/>
            <a:ext cx="1508760" cy="2011680"/>
          </a:xfrm>
          <a:prstGeom prst="rect">
            <a:avLst/>
          </a:prstGeom>
          <a:solidFill>
            <a:srgbClr val="1E255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" y="221284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 session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2670048"/>
            <a:ext cx="1325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/project-refresh &lt;key&gt;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78024" y="1234440"/>
            <a:ext cx="685800" cy="6858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78024" y="1234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209544" y="1545336"/>
            <a:ext cx="548640" cy="54864"/>
          </a:xfrm>
          <a:prstGeom prst="rect">
            <a:avLst/>
          </a:prstGeom>
          <a:solidFill>
            <a:srgbClr val="8892B0"/>
          </a:solidFill>
          <a:ln w="12700">
            <a:solidFill>
              <a:srgbClr val="8892B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66544" y="2103120"/>
            <a:ext cx="1508760" cy="2011680"/>
          </a:xfrm>
          <a:prstGeom prst="rect">
            <a:avLst/>
          </a:prstGeom>
          <a:solidFill>
            <a:srgbClr val="1E255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157984" y="221284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loads context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57984" y="2670048"/>
            <a:ext cx="1325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Branch, log &amp; descriptor read automatically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60520" y="1234440"/>
            <a:ext cx="685800" cy="6858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60520" y="1234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892040" y="1545336"/>
            <a:ext cx="548640" cy="54864"/>
          </a:xfrm>
          <a:prstGeom prst="rect">
            <a:avLst/>
          </a:prstGeom>
          <a:solidFill>
            <a:srgbClr val="8892B0"/>
          </a:solidFill>
          <a:ln w="12700">
            <a:solidFill>
              <a:srgbClr val="8892B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040" y="2103120"/>
            <a:ext cx="1508760" cy="2011680"/>
          </a:xfrm>
          <a:prstGeom prst="rect">
            <a:avLst/>
          </a:prstGeom>
          <a:solidFill>
            <a:srgbClr val="1E255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840480" y="221284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your work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40480" y="2670048"/>
            <a:ext cx="1325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knows exactly where you are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843016" y="1234440"/>
            <a:ext cx="685800" cy="6858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43016" y="1234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574536" y="1545336"/>
            <a:ext cx="548640" cy="54864"/>
          </a:xfrm>
          <a:prstGeom prst="rect">
            <a:avLst/>
          </a:prstGeom>
          <a:solidFill>
            <a:srgbClr val="8892B0"/>
          </a:solidFill>
          <a:ln w="12700">
            <a:solidFill>
              <a:srgbClr val="8892B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31536" y="2103120"/>
            <a:ext cx="1508760" cy="2011680"/>
          </a:xfrm>
          <a:prstGeom prst="rect">
            <a:avLst/>
          </a:prstGeom>
          <a:solidFill>
            <a:srgbClr val="1E255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522976" y="221284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 progress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22976" y="2670048"/>
            <a:ext cx="1325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to LOG.md after big changes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525512" y="1234440"/>
            <a:ext cx="685800" cy="6858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25512" y="1234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7114032" y="2103120"/>
            <a:ext cx="1508760" cy="2011680"/>
          </a:xfrm>
          <a:prstGeom prst="rect">
            <a:avLst/>
          </a:prstGeom>
          <a:solidFill>
            <a:srgbClr val="1E255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205472" y="221284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Switch branch?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205472" y="2670048"/>
            <a:ext cx="1325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again — context swaps instantly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Benefits &amp; Honest Drawbacks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3931920" cy="3611880"/>
          </a:xfrm>
          <a:prstGeom prst="rect">
            <a:avLst/>
          </a:prstGeom>
          <a:solidFill>
            <a:srgbClr val="1E2550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Benefits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 more re-briefing the AI each session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22199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Consistent workflow across all projects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75234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Branch switching is instant &amp; painless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3282696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Works even when tool-calling breaks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81304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LOG.md survives rebases &amp; squashes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051560"/>
            <a:ext cx="3931920" cy="3611880"/>
          </a:xfrm>
          <a:prstGeom prst="rect">
            <a:avLst/>
          </a:prstGeom>
          <a:solidFill>
            <a:srgbClr val="1E2550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⚠️  Real Limitations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169164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Context cost if LOG.md has grown large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22199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Frequent short sessions pay startup cost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75234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Relies on manual LOG.md discipline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3282696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Initial per-project setup takes time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381304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May be superseded by native OpenCode memory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Window — The Real Picture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is narrower than it first appears — here's why.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463040"/>
            <a:ext cx="2651760" cy="3246120"/>
          </a:xfrm>
          <a:prstGeom prst="rect">
            <a:avLst/>
          </a:prstGeom>
          <a:solidFill>
            <a:srgbClr val="1E2550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5727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0848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One-time cost per session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633472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 loaded once at session start — not per task. A long productive session pays once and gets full value throughout.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463040"/>
            <a:ext cx="2651760" cy="3246120"/>
          </a:xfrm>
          <a:prstGeom prst="rect">
            <a:avLst/>
          </a:prstGeom>
          <a:solidFill>
            <a:srgbClr val="1E2550"/>
          </a:solidFill>
          <a:ln w="1905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15727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383280" y="20848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risk: bloated LOG.md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2633472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problem is a long-running branch with a large LOG.md loaded in full every refresh — not the frequency of refreshes.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0760" y="1463040"/>
            <a:ext cx="2651760" cy="3246120"/>
          </a:xfrm>
          <a:prstGeom prst="rect">
            <a:avLst/>
          </a:prstGeom>
          <a:solidFill>
            <a:srgbClr val="1E2550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80760" y="15727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🧵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17920" y="20848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Subtask architecture saves you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2633472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/manual-refresh runs as a subtask with its own context window. The main session only receives the compact summary output — not the full file reads.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Fix: Smart Log Scoping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rule change, highest return — no structural changes to the kit needed.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3749040" cy="3291840"/>
          </a:xfrm>
          <a:prstGeom prst="rect">
            <a:avLst/>
          </a:prstGeom>
          <a:solidFill>
            <a:srgbClr val="1E2550"/>
          </a:solidFill>
          <a:ln w="1905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 Today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9933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Rule: "Read LOG.md"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42316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the entire log every session — even entries from weeks ago about unrelated work. On a large long-running branch this can be 3,000+ tokens before a single line of actual work.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4069080"/>
            <a:ext cx="3383280" cy="411480"/>
          </a:xfrm>
          <a:prstGeom prst="rect">
            <a:avLst/>
          </a:prstGeom>
          <a:solidFill>
            <a:srgbClr val="3A1A1A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40690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261"/>
                </a:solidFill>
              </a:rPr>
              <a:t>~3,000+ tokens wasted on stale history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3749040" cy="3291840"/>
          </a:xfrm>
          <a:prstGeom prst="rect">
            <a:avLst/>
          </a:prstGeom>
          <a:solidFill>
            <a:srgbClr val="1E2550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With smart scoping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9933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urier" pitchFamily="34" charset="0"/>
                <a:ea typeface="Courier" pitchFamily="34" charset="-122"/>
                <a:cs typeface="Courier" pitchFamily="34" charset="-120"/>
              </a:rPr>
              <a:t>Rule: "Read LOG.md since last checkpoint SHA"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242316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only entries since the last checkpoint — the entries actually relevant to the current session. A branch with 40 log entries loads only the 2-3 that matter right now.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4069080"/>
            <a:ext cx="3383280" cy="411480"/>
          </a:xfrm>
          <a:prstGeom prst="rect">
            <a:avLst/>
          </a:prstGeom>
          <a:solidFill>
            <a:srgbClr val="0A2A1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40690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~200 tokens — 93% reduction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Opportunity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the kit with a smarter rule set and most of the manual discipline disappears.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600200"/>
            <a:ext cx="3931920" cy="1463040"/>
          </a:xfrm>
          <a:prstGeom prst="rect">
            <a:avLst/>
          </a:prstGeom>
          <a:solidFill>
            <a:srgbClr val="1E255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76072" y="17099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 Auto-logging via rules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76072" y="2093976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append to LOG.md automatically after file changes — no manual step needed.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600200"/>
            <a:ext cx="3931920" cy="1463040"/>
          </a:xfrm>
          <a:prstGeom prst="rect">
            <a:avLst/>
          </a:prstGeom>
          <a:solidFill>
            <a:srgbClr val="1E255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28032" y="17099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 Smart context loading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28032" y="2093976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only the git delta since last checkpoint. Context window stays lean.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3200400"/>
            <a:ext cx="3931920" cy="1463040"/>
          </a:xfrm>
          <a:prstGeom prst="rect">
            <a:avLst/>
          </a:prstGeom>
          <a:solidFill>
            <a:srgbClr val="1E255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76072" y="33101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🗝️  Auto project detection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76072" y="3694176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project key from git remote URL — skip the manual &lt;projectKey&gt; argument.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3200400"/>
            <a:ext cx="3931920" cy="1463040"/>
          </a:xfrm>
          <a:prstGeom prst="rect">
            <a:avLst/>
          </a:prstGeom>
          <a:solidFill>
            <a:srgbClr val="1E255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28032" y="33101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🔄  Unified single workflow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28032" y="3694176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detect tool availability at startup and silently switch modes — one workflow, not two.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8321040" cy="749808"/>
          </a:xfrm>
          <a:prstGeom prst="rect">
            <a:avLst/>
          </a:prstGeom>
          <a:solidFill>
            <a:srgbClr val="1E255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25880" y="137160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on one project — clone the kit, set up descriptor.json, run /project-refresh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2148840"/>
            <a:ext cx="8321040" cy="749808"/>
          </a:xfrm>
          <a:prstGeom prst="rect">
            <a:avLst/>
          </a:prstGeom>
          <a:solidFill>
            <a:srgbClr val="1E255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25880" y="228600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on a shared LOG.md convention across the team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3063240"/>
            <a:ext cx="8321040" cy="749808"/>
          </a:xfrm>
          <a:prstGeom prst="rect">
            <a:avLst/>
          </a:prstGeom>
          <a:solidFill>
            <a:srgbClr val="1E255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25880" y="320040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auto-log-scoping rule first — it's the highest-return change with zero structural cost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3977640"/>
            <a:ext cx="8321040" cy="749808"/>
          </a:xfrm>
          <a:prstGeom prst="rect">
            <a:avLst/>
          </a:prstGeom>
          <a:solidFill>
            <a:srgbClr val="1E255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4023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25880" y="411480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in 2 weeks — did it reduce friction?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github.com/poleNgrek/opencode-handoff-kit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OpenCode Handoff Kit</dc:title>
  <dc:subject>PptxGenJS Presentation</dc:subject>
  <dc:creator>PptxGenJS</dc:creator>
  <cp:lastModifiedBy>PptxGenJS</cp:lastModifiedBy>
  <cp:revision>1</cp:revision>
  <dcterms:created xsi:type="dcterms:W3CDTF">2026-04-30T08:21:01Z</dcterms:created>
  <dcterms:modified xsi:type="dcterms:W3CDTF">2026-04-30T08:21:01Z</dcterms:modified>
</cp:coreProperties>
</file>